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5" autoAdjust="0"/>
    <p:restoredTop sz="94660"/>
  </p:normalViewPr>
  <p:slideViewPr>
    <p:cSldViewPr>
      <p:cViewPr>
        <p:scale>
          <a:sx n="75" d="100"/>
          <a:sy n="75" d="100"/>
        </p:scale>
        <p:origin x="-106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E31E04B-7818-46FC-BBFC-7C3731E6252C}" type="datetimeFigureOut">
              <a:rPr lang="en-US" smtClean="0"/>
              <a:pPr/>
              <a:t>18/12/2016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E1CD08B0-0B11-4A11-B2AD-64717B0511C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00"/>
            <a:ext cx="6480048" cy="2301240"/>
          </a:xfrm>
        </p:spPr>
        <p:txBody>
          <a:bodyPr>
            <a:normAutofit/>
          </a:bodyPr>
          <a:lstStyle/>
          <a:p>
            <a:r>
              <a:rPr lang="en-US" sz="4500" dirty="0" smtClean="0"/>
              <a:t>ASP.NET MVC Fundamentals</a:t>
            </a:r>
            <a:endParaRPr lang="en-US" sz="4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3962400"/>
            <a:ext cx="3788898" cy="401812"/>
          </a:xfrm>
        </p:spPr>
        <p:txBody>
          <a:bodyPr/>
          <a:lstStyle/>
          <a:p>
            <a:r>
              <a:rPr lang="en-US" b="1" dirty="0" smtClean="0"/>
              <a:t>Controllers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MVC Controllers</a:t>
            </a:r>
          </a:p>
          <a:p>
            <a:r>
              <a:rPr lang="en-US" b="1" dirty="0" smtClean="0"/>
              <a:t>Controller </a:t>
            </a:r>
            <a:r>
              <a:rPr lang="en-US" b="1" dirty="0"/>
              <a:t>Factories</a:t>
            </a:r>
          </a:p>
          <a:p>
            <a:r>
              <a:rPr lang="en-US" b="1" dirty="0" smtClean="0"/>
              <a:t>Actions</a:t>
            </a:r>
            <a:endParaRPr lang="en-US" b="1" dirty="0"/>
          </a:p>
          <a:p>
            <a:r>
              <a:rPr lang="en-US" b="1" dirty="0" smtClean="0"/>
              <a:t>Action </a:t>
            </a:r>
            <a:r>
              <a:rPr lang="en-US" b="1" dirty="0"/>
              <a:t>Filters</a:t>
            </a:r>
          </a:p>
          <a:p>
            <a:r>
              <a:rPr lang="en-US" b="1" dirty="0" smtClean="0"/>
              <a:t>Action </a:t>
            </a:r>
            <a:r>
              <a:rPr lang="en-US" b="1" dirty="0"/>
              <a:t>Results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Controllers are keys	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0710" y="1600200"/>
            <a:ext cx="830228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Routes &amp; Controllers	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295401"/>
            <a:ext cx="8153400" cy="3200400"/>
          </a:xfrm>
        </p:spPr>
        <p:txBody>
          <a:bodyPr>
            <a:normAutofit/>
          </a:bodyPr>
          <a:lstStyle/>
          <a:p>
            <a:r>
              <a:rPr lang="en-US" sz="1600" dirty="0" smtClean="0"/>
              <a:t>Lifetime of controller depends on Routing</a:t>
            </a:r>
          </a:p>
          <a:p>
            <a:r>
              <a:rPr lang="en-US" sz="1600" dirty="0" smtClean="0"/>
              <a:t>Routing Engine doesn’t know anything about </a:t>
            </a:r>
            <a:r>
              <a:rPr lang="en-US" sz="1600" dirty="0" err="1" smtClean="0"/>
              <a:t>Asp.Net</a:t>
            </a:r>
            <a:r>
              <a:rPr lang="en-US" sz="1600" dirty="0" smtClean="0"/>
              <a:t> MVC</a:t>
            </a:r>
          </a:p>
          <a:p>
            <a:r>
              <a:rPr lang="en-US" sz="1600" dirty="0" smtClean="0"/>
              <a:t>Routing Engine’s Job is to check Routing Table and match the incoming URL to direct to proper component</a:t>
            </a:r>
          </a:p>
          <a:p>
            <a:r>
              <a:rPr lang="en-US" sz="1600" dirty="0" err="1" smtClean="0"/>
              <a:t>MapRoute</a:t>
            </a:r>
            <a:r>
              <a:rPr lang="en-US" sz="1600" dirty="0" smtClean="0"/>
              <a:t> method is an Extension Method that maps MVC Route Handler into the Routing Engine</a:t>
            </a:r>
            <a:endParaRPr 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0"/>
            <a:ext cx="4800600" cy="3607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2895600"/>
            <a:ext cx="3048000" cy="3820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MVC Request Processing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1371600"/>
            <a:ext cx="7086600" cy="5334000"/>
          </a:xfrm>
        </p:spPr>
        <p:txBody>
          <a:bodyPr>
            <a:normAutofit/>
          </a:bodyPr>
          <a:lstStyle/>
          <a:p>
            <a:r>
              <a:rPr lang="en-US" sz="1500" b="1" dirty="0" err="1" smtClean="0"/>
              <a:t>UrlRoutingModule</a:t>
            </a:r>
            <a:endParaRPr lang="en-US" sz="1500" b="1" dirty="0" smtClean="0"/>
          </a:p>
          <a:p>
            <a:pPr lvl="1"/>
            <a:r>
              <a:rPr lang="en-US" sz="1500" dirty="0" smtClean="0"/>
              <a:t>Routing engine is </a:t>
            </a:r>
            <a:r>
              <a:rPr lang="en-US" sz="1500" dirty="0" smtClean="0"/>
              <a:t>agnostic</a:t>
            </a:r>
          </a:p>
          <a:p>
            <a:pPr lvl="1"/>
            <a:r>
              <a:rPr lang="en-US" sz="1500" dirty="0" smtClean="0"/>
              <a:t>Logic for the Route engine is inside the </a:t>
            </a:r>
            <a:r>
              <a:rPr lang="en-US" sz="1500" dirty="0" err="1" smtClean="0"/>
              <a:t>UrlRoutingModule</a:t>
            </a:r>
            <a:r>
              <a:rPr lang="en-US" sz="1500" dirty="0" smtClean="0"/>
              <a:t> class</a:t>
            </a:r>
          </a:p>
          <a:p>
            <a:pPr lvl="1"/>
            <a:r>
              <a:rPr lang="en-US" sz="1500" dirty="0" err="1" smtClean="0"/>
              <a:t>UrlRouting</a:t>
            </a:r>
            <a:r>
              <a:rPr lang="en-US" sz="1500" dirty="0" err="1" smtClean="0"/>
              <a:t>Module</a:t>
            </a:r>
            <a:r>
              <a:rPr lang="en-US" sz="1500" dirty="0" smtClean="0"/>
              <a:t> class is an </a:t>
            </a:r>
            <a:r>
              <a:rPr lang="en-US" sz="1500" dirty="0" err="1" smtClean="0"/>
              <a:t>HttpHandler</a:t>
            </a:r>
            <a:r>
              <a:rPr lang="en-US" sz="1500" dirty="0" smtClean="0"/>
              <a:t> configured into ASP.NET Pipeline for MVC Applications</a:t>
            </a:r>
            <a:endParaRPr lang="en-US" sz="1500" dirty="0" smtClean="0"/>
          </a:p>
          <a:p>
            <a:r>
              <a:rPr lang="en-US" sz="1500" b="1" dirty="0" err="1" smtClean="0"/>
              <a:t>MvcRouteHandler</a:t>
            </a:r>
            <a:endParaRPr lang="en-US" sz="1500" b="1" dirty="0" smtClean="0"/>
          </a:p>
          <a:p>
            <a:pPr lvl="1"/>
            <a:r>
              <a:rPr lang="en-US" sz="1500" dirty="0" err="1" smtClean="0"/>
              <a:t>MapRoute</a:t>
            </a:r>
            <a:r>
              <a:rPr lang="en-US" sz="1500" dirty="0" smtClean="0"/>
              <a:t> </a:t>
            </a:r>
            <a:r>
              <a:rPr lang="en-US" sz="1500" dirty="0" err="1" smtClean="0"/>
              <a:t>Extn</a:t>
            </a:r>
            <a:r>
              <a:rPr lang="en-US" sz="1500" dirty="0" smtClean="0"/>
              <a:t>. method configures </a:t>
            </a:r>
            <a:r>
              <a:rPr lang="en-US" sz="1500" dirty="0" err="1" smtClean="0"/>
              <a:t>RouteHandler</a:t>
            </a:r>
            <a:r>
              <a:rPr lang="en-US" sz="1500" dirty="0" smtClean="0"/>
              <a:t> called </a:t>
            </a:r>
            <a:r>
              <a:rPr lang="en-US" sz="1500" dirty="0" err="1" smtClean="0"/>
              <a:t>MvcRouteHandler</a:t>
            </a:r>
            <a:endParaRPr lang="en-US" sz="1500" dirty="0" smtClean="0"/>
          </a:p>
          <a:p>
            <a:pPr lvl="1"/>
            <a:r>
              <a:rPr lang="en-US" sz="1500" dirty="0" smtClean="0"/>
              <a:t>Responsible for handling MVC request</a:t>
            </a:r>
          </a:p>
          <a:p>
            <a:r>
              <a:rPr lang="en-US" sz="1500" b="1" dirty="0" err="1" smtClean="0"/>
              <a:t>MvcHandler</a:t>
            </a:r>
            <a:r>
              <a:rPr lang="en-US" sz="1500" b="1" dirty="0" smtClean="0"/>
              <a:t> (</a:t>
            </a:r>
            <a:r>
              <a:rPr lang="en-US" sz="1500" b="1" dirty="0" err="1" smtClean="0"/>
              <a:t>IHttpHandler</a:t>
            </a:r>
            <a:r>
              <a:rPr lang="en-US" sz="1500" b="1" dirty="0" smtClean="0"/>
              <a:t>)</a:t>
            </a:r>
            <a:endParaRPr lang="en-US" sz="1500" b="1" dirty="0" smtClean="0"/>
          </a:p>
          <a:p>
            <a:pPr lvl="1"/>
            <a:r>
              <a:rPr lang="en-US" sz="1500" dirty="0" smtClean="0"/>
              <a:t>Checks the </a:t>
            </a:r>
            <a:r>
              <a:rPr lang="en-US" sz="1500" dirty="0" err="1" smtClean="0"/>
              <a:t>RouteData</a:t>
            </a:r>
            <a:r>
              <a:rPr lang="en-US" sz="1500" dirty="0" smtClean="0"/>
              <a:t> from request like controller, action etc.</a:t>
            </a:r>
            <a:endParaRPr lang="en-US" sz="1500" dirty="0" smtClean="0"/>
          </a:p>
          <a:p>
            <a:pPr lvl="1"/>
            <a:r>
              <a:rPr lang="en-US" sz="1500" dirty="0" smtClean="0"/>
              <a:t>Communicate with </a:t>
            </a:r>
            <a:r>
              <a:rPr lang="en-US" sz="1500" dirty="0" err="1" smtClean="0"/>
              <a:t>ControllerFactory</a:t>
            </a:r>
            <a:r>
              <a:rPr lang="en-US" sz="1500" dirty="0" smtClean="0"/>
              <a:t> with </a:t>
            </a:r>
            <a:r>
              <a:rPr lang="en-US" sz="1500" dirty="0" err="1" smtClean="0"/>
              <a:t>RouteData</a:t>
            </a:r>
            <a:r>
              <a:rPr lang="en-US" sz="1500" dirty="0" smtClean="0"/>
              <a:t> to Instantiate controller</a:t>
            </a:r>
            <a:endParaRPr lang="en-US" sz="1500" dirty="0" smtClean="0"/>
          </a:p>
          <a:p>
            <a:pPr lvl="1"/>
            <a:r>
              <a:rPr lang="en-US" sz="1500" dirty="0" smtClean="0"/>
              <a:t>Disposes </a:t>
            </a:r>
            <a:r>
              <a:rPr lang="en-US" sz="1500" dirty="0" smtClean="0"/>
              <a:t>controller</a:t>
            </a:r>
            <a:endParaRPr lang="en-US" sz="1500" dirty="0" smtClean="0"/>
          </a:p>
          <a:p>
            <a:r>
              <a:rPr lang="en-US" sz="1500" b="1" dirty="0" err="1" smtClean="0"/>
              <a:t>IControllerFactory</a:t>
            </a:r>
            <a:endParaRPr lang="en-US" sz="1500" b="1" dirty="0" smtClean="0"/>
          </a:p>
          <a:p>
            <a:pPr lvl="1"/>
            <a:r>
              <a:rPr lang="en-US" sz="1500" dirty="0" smtClean="0"/>
              <a:t>Responsible to Instantiate the controller  that implements </a:t>
            </a:r>
            <a:r>
              <a:rPr lang="en-US" sz="1500" dirty="0" err="1" smtClean="0"/>
              <a:t>IController</a:t>
            </a:r>
            <a:r>
              <a:rPr lang="en-US" sz="1500" dirty="0" smtClean="0"/>
              <a:t> interface</a:t>
            </a:r>
            <a:endParaRPr lang="en-US" sz="1500" dirty="0" smtClean="0"/>
          </a:p>
          <a:p>
            <a:r>
              <a:rPr lang="en-US" sz="1500" b="1" dirty="0" err="1" smtClean="0"/>
              <a:t>IController</a:t>
            </a:r>
            <a:endParaRPr lang="en-US" sz="1500" b="1" dirty="0" smtClean="0"/>
          </a:p>
          <a:p>
            <a:pPr lvl="1"/>
            <a:r>
              <a:rPr lang="en-US" sz="1500" dirty="0" smtClean="0"/>
              <a:t>Lowest level abstraction</a:t>
            </a:r>
          </a:p>
          <a:p>
            <a:endParaRPr lang="en-US" sz="15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2582" y="3810000"/>
            <a:ext cx="2431418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DefaultControllerFactory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00200"/>
            <a:ext cx="5486400" cy="4525963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Finds controllers</a:t>
            </a:r>
          </a:p>
          <a:p>
            <a:pPr lvl="1"/>
            <a:r>
              <a:rPr lang="en-US" sz="2000" dirty="0" smtClean="0"/>
              <a:t>Looks in all referenced assemblies</a:t>
            </a:r>
          </a:p>
          <a:p>
            <a:pPr lvl="1"/>
            <a:r>
              <a:rPr lang="en-US" sz="2000" dirty="0" smtClean="0"/>
              <a:t>Looks in all namespaces</a:t>
            </a:r>
          </a:p>
          <a:p>
            <a:pPr lvl="1"/>
            <a:r>
              <a:rPr lang="en-US" sz="2000" dirty="0" smtClean="0"/>
              <a:t>Type name ends with “Controller”</a:t>
            </a:r>
          </a:p>
          <a:p>
            <a:pPr lvl="1"/>
            <a:r>
              <a:rPr lang="en-US" sz="2000" dirty="0" smtClean="0"/>
              <a:t>Type implements </a:t>
            </a:r>
            <a:r>
              <a:rPr lang="en-US" sz="2000" dirty="0" err="1" smtClean="0"/>
              <a:t>IController</a:t>
            </a:r>
            <a:endParaRPr lang="en-US" sz="2000" dirty="0" smtClean="0"/>
          </a:p>
          <a:p>
            <a:r>
              <a:rPr lang="en-US" sz="2000" b="1" dirty="0" smtClean="0"/>
              <a:t>Instantiates controllers</a:t>
            </a:r>
          </a:p>
          <a:p>
            <a:pPr lvl="1"/>
            <a:r>
              <a:rPr lang="en-US" sz="2000" dirty="0" smtClean="0"/>
              <a:t>Controller must have a default constructor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295400"/>
            <a:ext cx="2733675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 Execution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00200"/>
            <a:ext cx="5486400" cy="4525963"/>
          </a:xfrm>
        </p:spPr>
        <p:txBody>
          <a:bodyPr>
            <a:normAutofit/>
          </a:bodyPr>
          <a:lstStyle/>
          <a:p>
            <a:r>
              <a:rPr lang="en-US" sz="2000" b="1" dirty="0" err="1" smtClean="0"/>
              <a:t>IController</a:t>
            </a:r>
            <a:endParaRPr lang="en-US" sz="2000" b="1" dirty="0" smtClean="0"/>
          </a:p>
          <a:p>
            <a:pPr lvl="1"/>
            <a:r>
              <a:rPr lang="en-US" sz="1600" dirty="0" smtClean="0"/>
              <a:t>Execute method invoked by </a:t>
            </a:r>
            <a:r>
              <a:rPr lang="en-US" sz="1600" dirty="0" err="1" smtClean="0"/>
              <a:t>MvcHandler</a:t>
            </a:r>
            <a:endParaRPr lang="en-US" sz="1600" dirty="0" smtClean="0"/>
          </a:p>
          <a:p>
            <a:pPr lvl="1"/>
            <a:r>
              <a:rPr lang="en-US" sz="1600" dirty="0" smtClean="0"/>
              <a:t>Writes to the response stream</a:t>
            </a:r>
          </a:p>
          <a:p>
            <a:r>
              <a:rPr lang="en-US" sz="2000" b="1" dirty="0" err="1" smtClean="0"/>
              <a:t>ControllerBase</a:t>
            </a:r>
            <a:endParaRPr lang="en-US" sz="2000" b="1" dirty="0" smtClean="0"/>
          </a:p>
          <a:p>
            <a:pPr lvl="1"/>
            <a:r>
              <a:rPr lang="en-US" sz="1600" dirty="0" smtClean="0"/>
              <a:t>Introduce a richer execution environment</a:t>
            </a:r>
          </a:p>
          <a:p>
            <a:pPr lvl="1"/>
            <a:r>
              <a:rPr lang="en-US" sz="1600" dirty="0" smtClean="0"/>
              <a:t>Introduces </a:t>
            </a:r>
            <a:r>
              <a:rPr lang="en-US" sz="1600" dirty="0" err="1" smtClean="0"/>
              <a:t>ViewData</a:t>
            </a:r>
            <a:r>
              <a:rPr lang="en-US" sz="1600" dirty="0" smtClean="0"/>
              <a:t> &amp; </a:t>
            </a:r>
            <a:r>
              <a:rPr lang="en-US" sz="1600" dirty="0" err="1" smtClean="0"/>
              <a:t>ControllerContext</a:t>
            </a:r>
            <a:endParaRPr lang="en-US" sz="1600" dirty="0" smtClean="0"/>
          </a:p>
          <a:p>
            <a:r>
              <a:rPr lang="en-US" sz="2000" b="1" dirty="0" smtClean="0"/>
              <a:t>Controller (Abstract base class)</a:t>
            </a:r>
            <a:endParaRPr lang="en-US" sz="2000" b="1" dirty="0" smtClean="0"/>
          </a:p>
          <a:p>
            <a:pPr lvl="1"/>
            <a:r>
              <a:rPr lang="en-US" sz="1600" dirty="0" smtClean="0"/>
              <a:t>Default base class in MVC</a:t>
            </a:r>
          </a:p>
          <a:p>
            <a:pPr lvl="1"/>
            <a:r>
              <a:rPr lang="en-US" sz="1600" dirty="0" smtClean="0"/>
              <a:t>Introduces Actions</a:t>
            </a:r>
          </a:p>
          <a:p>
            <a:pPr lvl="1"/>
            <a:r>
              <a:rPr lang="en-US" sz="1600" dirty="0" smtClean="0"/>
              <a:t>Includes helper methods for rendering content</a:t>
            </a:r>
          </a:p>
          <a:p>
            <a:pPr lvl="1"/>
            <a:endParaRPr lang="en-US" sz="2000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295400"/>
            <a:ext cx="2362200" cy="4311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00200"/>
            <a:ext cx="5486400" cy="4525963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Actions are the ultimate request </a:t>
            </a:r>
            <a:r>
              <a:rPr lang="en-US" sz="2000" b="1" dirty="0" smtClean="0"/>
              <a:t>destination</a:t>
            </a:r>
          </a:p>
          <a:p>
            <a:pPr lvl="1"/>
            <a:r>
              <a:rPr lang="en-US" sz="1600" dirty="0" smtClean="0"/>
              <a:t>Execute method of </a:t>
            </a:r>
            <a:r>
              <a:rPr lang="en-US" sz="1600" dirty="0" err="1" smtClean="0"/>
              <a:t>IController</a:t>
            </a:r>
            <a:r>
              <a:rPr lang="en-US" sz="1600" dirty="0" smtClean="0"/>
              <a:t> interface creates an </a:t>
            </a:r>
            <a:r>
              <a:rPr lang="en-US" sz="1600" dirty="0" err="1" smtClean="0"/>
              <a:t>ActionInvoker</a:t>
            </a:r>
            <a:endParaRPr lang="en-US" sz="1600" dirty="0" smtClean="0"/>
          </a:p>
          <a:p>
            <a:pPr lvl="1"/>
            <a:r>
              <a:rPr lang="en-US" sz="1600" dirty="0" err="1" smtClean="0"/>
              <a:t>ActionInvoker</a:t>
            </a:r>
            <a:r>
              <a:rPr lang="en-US" sz="1600" dirty="0" smtClean="0"/>
              <a:t> looks in </a:t>
            </a:r>
            <a:r>
              <a:rPr lang="en-US" sz="1600" dirty="0" err="1" smtClean="0"/>
              <a:t>RouteData</a:t>
            </a:r>
            <a:r>
              <a:rPr lang="en-US" sz="1600" dirty="0" smtClean="0"/>
              <a:t> to find Action parameter data and invokes the action</a:t>
            </a:r>
            <a:r>
              <a:rPr lang="en-US" sz="1600" b="1" dirty="0" smtClean="0"/>
              <a:t> </a:t>
            </a:r>
            <a:endParaRPr lang="en-US" sz="1600" b="1" dirty="0" smtClean="0"/>
          </a:p>
          <a:p>
            <a:pPr lvl="1"/>
            <a:r>
              <a:rPr lang="en-US" sz="1600" dirty="0" smtClean="0"/>
              <a:t>All public methods inside controller are Action Methods</a:t>
            </a:r>
          </a:p>
          <a:p>
            <a:pPr lvl="1"/>
            <a:r>
              <a:rPr lang="en-US" sz="1600" dirty="0" smtClean="0"/>
              <a:t>Action Methods must be non-static methods</a:t>
            </a:r>
          </a:p>
          <a:p>
            <a:pPr lvl="1"/>
            <a:r>
              <a:rPr lang="en-US" sz="1600" dirty="0" smtClean="0"/>
              <a:t>Action Methods must return a value, there is no point of returning nothing from  Action Method.</a:t>
            </a:r>
          </a:p>
          <a:p>
            <a:pPr lvl="1"/>
            <a:endParaRPr lang="en-US" sz="1600" dirty="0" smtClean="0"/>
          </a:p>
          <a:p>
            <a:pPr lvl="1"/>
            <a:endParaRPr lang="en-US" sz="2000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64149" y="1524000"/>
            <a:ext cx="3479851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Selector Filters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00201"/>
            <a:ext cx="5486400" cy="2362200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Specified as attributes</a:t>
            </a:r>
          </a:p>
          <a:p>
            <a:r>
              <a:rPr lang="en-US" sz="2000" b="1" dirty="0" err="1" smtClean="0"/>
              <a:t>ActionName</a:t>
            </a:r>
            <a:endParaRPr lang="en-US" sz="2000" b="1" dirty="0" smtClean="0"/>
          </a:p>
          <a:p>
            <a:pPr lvl="1"/>
            <a:r>
              <a:rPr lang="en-US" sz="1600" dirty="0" smtClean="0"/>
              <a:t>Overrides default of action name == method name</a:t>
            </a:r>
          </a:p>
          <a:p>
            <a:pPr lvl="1"/>
            <a:r>
              <a:rPr lang="en-US" sz="1600" dirty="0" smtClean="0"/>
              <a:t>Method name is no longer a valid action</a:t>
            </a:r>
          </a:p>
          <a:p>
            <a:r>
              <a:rPr lang="en-US" sz="2000" b="1" dirty="0" err="1" smtClean="0"/>
              <a:t>AcceptVerbsattribute</a:t>
            </a:r>
            <a:r>
              <a:rPr lang="en-US" sz="2000" b="1" dirty="0" smtClean="0"/>
              <a:t>  </a:t>
            </a:r>
          </a:p>
          <a:p>
            <a:pPr lvl="1"/>
            <a:r>
              <a:rPr lang="en-US" sz="1600" dirty="0" smtClean="0"/>
              <a:t>Restricts invocation to specified verbs</a:t>
            </a:r>
          </a:p>
          <a:p>
            <a:pPr lvl="1"/>
            <a:endParaRPr lang="en-US" sz="1600" dirty="0" smtClean="0"/>
          </a:p>
          <a:p>
            <a:pPr lvl="1"/>
            <a:endParaRPr lang="en-US" sz="2000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886200"/>
            <a:ext cx="714375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Parameters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00200"/>
            <a:ext cx="7315200" cy="44196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Action Invoker Maps Action Method Parameters with the data that is there in MVC Environment.</a:t>
            </a:r>
          </a:p>
          <a:p>
            <a:r>
              <a:rPr lang="en-US" sz="1800" b="1" dirty="0" smtClean="0"/>
              <a:t>Actions can take a variety of parameters</a:t>
            </a:r>
          </a:p>
          <a:p>
            <a:r>
              <a:rPr lang="en-US" sz="1800" b="1" dirty="0" smtClean="0"/>
              <a:t>Primitive parameters (</a:t>
            </a:r>
            <a:r>
              <a:rPr lang="en-US" sz="1800" b="1" dirty="0" err="1" smtClean="0"/>
              <a:t>int</a:t>
            </a:r>
            <a:r>
              <a:rPr lang="en-US" sz="1800" b="1" dirty="0" smtClean="0"/>
              <a:t>, </a:t>
            </a:r>
            <a:r>
              <a:rPr lang="en-US" sz="1800" b="1" dirty="0" err="1" smtClean="0"/>
              <a:t>bool</a:t>
            </a:r>
            <a:r>
              <a:rPr lang="en-US" sz="1800" b="1" dirty="0" smtClean="0"/>
              <a:t>, string)</a:t>
            </a:r>
          </a:p>
          <a:p>
            <a:pPr lvl="1"/>
            <a:r>
              <a:rPr lang="en-US" sz="1400" dirty="0" smtClean="0"/>
              <a:t>Map from route data</a:t>
            </a:r>
          </a:p>
          <a:p>
            <a:pPr lvl="1"/>
            <a:r>
              <a:rPr lang="en-US" sz="1400" dirty="0" smtClean="0"/>
              <a:t>Map from form data</a:t>
            </a:r>
          </a:p>
          <a:p>
            <a:pPr lvl="1"/>
            <a:r>
              <a:rPr lang="en-US" sz="1400" dirty="0" smtClean="0"/>
              <a:t>Map from query string</a:t>
            </a:r>
          </a:p>
          <a:p>
            <a:pPr lvl="1"/>
            <a:r>
              <a:rPr lang="en-US" sz="1400" dirty="0" smtClean="0"/>
              <a:t>If parameter is not found a null reference is passed</a:t>
            </a:r>
          </a:p>
          <a:p>
            <a:r>
              <a:rPr lang="en-US" sz="1800" b="1" dirty="0" smtClean="0"/>
              <a:t>Action Invoker also works with Complex </a:t>
            </a:r>
            <a:r>
              <a:rPr lang="en-US" sz="1800" b="1" dirty="0" smtClean="0"/>
              <a:t>parameters</a:t>
            </a:r>
          </a:p>
          <a:p>
            <a:pPr lvl="1"/>
            <a:r>
              <a:rPr lang="en-US" sz="1600" dirty="0" smtClean="0"/>
              <a:t>Framework uses model binder to map properties</a:t>
            </a:r>
          </a:p>
          <a:p>
            <a:pPr lvl="1"/>
            <a:r>
              <a:rPr lang="en-US" sz="1600" dirty="0" smtClean="0"/>
              <a:t>Public properties of object mapped to data sources listed above</a:t>
            </a:r>
          </a:p>
          <a:p>
            <a:pPr lvl="1"/>
            <a:r>
              <a:rPr lang="en-US" sz="1600" dirty="0" smtClean="0"/>
              <a:t>You can define custom model binders</a:t>
            </a:r>
          </a:p>
          <a:p>
            <a:pPr lvl="1"/>
            <a:endParaRPr lang="en-US" sz="1600" dirty="0" smtClean="0"/>
          </a:p>
          <a:p>
            <a:pPr lvl="1"/>
            <a:endParaRPr lang="en-US" sz="1600" dirty="0" smtClean="0"/>
          </a:p>
          <a:p>
            <a:pPr lvl="1"/>
            <a:endParaRPr lang="en-US" sz="20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Filter Attributes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619" y="2743200"/>
            <a:ext cx="8674781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3"/>
          <p:cNvSpPr txBox="1">
            <a:spLocks/>
          </p:cNvSpPr>
          <p:nvPr/>
        </p:nvSpPr>
        <p:spPr>
          <a:xfrm>
            <a:off x="228600" y="1447800"/>
            <a:ext cx="8610600" cy="1295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lang="en-US" sz="2000" b="1" dirty="0" smtClean="0"/>
              <a:t>Similar to Selector Attribute that we can apply at an action level</a:t>
            </a: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also apply at controller level, which will apply at all actions on controller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Custom Action Filters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600200"/>
            <a:ext cx="7543800" cy="8382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Derive from </a:t>
            </a:r>
            <a:r>
              <a:rPr lang="en-US" sz="1800" b="1" dirty="0" err="1" smtClean="0"/>
              <a:t>ActionFilterAttributebase</a:t>
            </a:r>
            <a:r>
              <a:rPr lang="en-US" sz="1800" b="1" dirty="0" smtClean="0"/>
              <a:t> class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057400"/>
            <a:ext cx="818289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Action Results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371600"/>
            <a:ext cx="7467600" cy="761999"/>
          </a:xfrm>
        </p:spPr>
        <p:txBody>
          <a:bodyPr>
            <a:normAutofit lnSpcReduction="10000"/>
          </a:bodyPr>
          <a:lstStyle/>
          <a:p>
            <a:r>
              <a:rPr lang="en-US" sz="2000" b="1" dirty="0" smtClean="0"/>
              <a:t>Actions typically return an </a:t>
            </a:r>
            <a:r>
              <a:rPr lang="en-US" sz="2000" b="1" dirty="0" err="1" smtClean="0"/>
              <a:t>ActionResult</a:t>
            </a:r>
            <a:endParaRPr lang="en-US" sz="2000" b="1" dirty="0" smtClean="0"/>
          </a:p>
          <a:p>
            <a:r>
              <a:rPr lang="en-US" sz="2000" b="1" dirty="0" err="1" smtClean="0"/>
              <a:t>ActionResult</a:t>
            </a:r>
            <a:r>
              <a:rPr lang="en-US" sz="2000" b="1" dirty="0" smtClean="0"/>
              <a:t> is the base class for all return results</a:t>
            </a:r>
          </a:p>
          <a:p>
            <a:endParaRPr lang="en-US" b="1" dirty="0" smtClean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09799"/>
            <a:ext cx="8610600" cy="4471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472</TotalTime>
  <Words>449</Words>
  <Application>Microsoft Office PowerPoint</Application>
  <PresentationFormat>On-screen Show (4:3)</PresentationFormat>
  <Paragraphs>94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Technic</vt:lpstr>
      <vt:lpstr>ASP.NET MVC Fundamentals</vt:lpstr>
      <vt:lpstr>Overview</vt:lpstr>
      <vt:lpstr>Controllers are keys </vt:lpstr>
      <vt:lpstr>Routes &amp; Controllers </vt:lpstr>
      <vt:lpstr>MVC Request Processing</vt:lpstr>
      <vt:lpstr>DefaultControllerFactory</vt:lpstr>
      <vt:lpstr>Controller Execution</vt:lpstr>
      <vt:lpstr>Actions</vt:lpstr>
      <vt:lpstr>Action Selector Filters</vt:lpstr>
      <vt:lpstr>Action Parameters</vt:lpstr>
      <vt:lpstr>Filter Attributes</vt:lpstr>
      <vt:lpstr>Custom Action Filters</vt:lpstr>
      <vt:lpstr>Action Results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ASP.NET MVC Fundamentals</dc:title>
  <dc:creator>Sam</dc:creator>
  <cp:lastModifiedBy>Sam</cp:lastModifiedBy>
  <cp:revision>48</cp:revision>
  <dcterms:created xsi:type="dcterms:W3CDTF">2016-12-17T11:25:03Z</dcterms:created>
  <dcterms:modified xsi:type="dcterms:W3CDTF">2016-12-18T20:11:29Z</dcterms:modified>
</cp:coreProperties>
</file>